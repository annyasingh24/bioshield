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1 — PROBLEM STATEMENT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What real-world problem are we trying to solve?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"You can reset a stolen password, but you can never reset a patient's DNA."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AI Adoption in Healthcare: </a:t>
            </a:r>
            <a:r>
              <a:rPr>
                <a:solidFill>
                  <a:srgbClr val="94A3B8"/>
                </a:solidFill>
              </a:rPr>
              <a:t>Hospitals and research labs are deploying LLMs to process oncology reports, genetic sequencing, and confidential clinical trials.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Critical Vulnerability: </a:t>
            </a:r>
            <a:r>
              <a:rPr>
                <a:solidFill>
                  <a:srgbClr val="94A3B8"/>
                </a:solidFill>
              </a:rPr>
              <a:t>Modern LLMs easily succumb to prompt injection and jailbreak exploits, tricking models into leaking restricted patient records.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Permanent Irreversible Harm: </a:t>
            </a:r>
            <a:r>
              <a:rPr>
                <a:solidFill>
                  <a:srgbClr val="94A3B8"/>
                </a:solidFill>
              </a:rPr>
              <a:t>Unlike credit cards or account passwords, human DNA sequences and genetic predispositions cannot be reset once compromised.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Our Focus Area: </a:t>
            </a:r>
            <a:r>
              <a:rPr>
                <a:solidFill>
                  <a:srgbClr val="94A3B8"/>
                </a:solidFill>
              </a:rPr>
              <a:t>Preventing unauthorized clinical data exfiltration and securing patient genomic privacy at the model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2 — EXISTING CHALLENGES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What are the limitations, risks, or gaps in current solutions?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Standard AI safety filters are blind to healthcare-specific data exploits.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Generic AI Guardrails Fail: </a:t>
            </a:r>
            <a:r>
              <a:rPr>
                <a:solidFill>
                  <a:srgbClr val="94A3B8"/>
                </a:solidFill>
              </a:rPr>
              <a:t>Existing filters (e.g. OpenAI default moderation) focus on toxicity and hate speech, completely missing medical and genomic leaks.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Fragile System Prompts: </a:t>
            </a:r>
            <a:r>
              <a:rPr>
                <a:solidFill>
                  <a:srgbClr val="94A3B8"/>
                </a:solidFill>
              </a:rPr>
              <a:t>Basic system prompts can be bypassed using simple adversarial phrases like 'Ignore rules' or '[ADMIN OVERRIDE]'.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Catastrophic Legal Liability: </a:t>
            </a:r>
            <a:r>
              <a:rPr>
                <a:solidFill>
                  <a:srgbClr val="94A3B8"/>
                </a:solidFill>
              </a:rPr>
              <a:t>A single patient data leak breaches HIPAA and GDPR regulations, resulting in severe multimillion-dollar penalties.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High Latency Bottlenecks: </a:t>
            </a:r>
            <a:r>
              <a:rPr>
                <a:solidFill>
                  <a:srgbClr val="94A3B8"/>
                </a:solidFill>
              </a:rPr>
              <a:t>Bulky enterprise security layers cause high latency, delaying real-time clinical decision-making for doctors.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3 — PROPOSED SOLUTION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What solution are we proposing and how does it solve the problem?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BioShield AI: A lightweight, intelligent security firewall engineered for healthcare LLMs.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Adversarial Pattern Detector: </a:t>
            </a:r>
            <a:r>
              <a:rPr>
                <a:solidFill>
                  <a:srgbClr val="94A3B8"/>
                </a:solidFill>
              </a:rPr>
              <a:t>Real-time regex signature engine intercepts prompt injection and jailbreak commands before tokens reach the base LLM.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Automated PII &amp; Genomic Redactor: </a:t>
            </a:r>
            <a:r>
              <a:rPr>
                <a:solidFill>
                  <a:srgbClr val="94A3B8"/>
                </a:solidFill>
              </a:rPr>
              <a:t>Dynamically anonymizes patient identities, record IDs, and genetic biomarkers into HIPAA-safe tokens ([REDACTED]).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Zero Latency Penalty (&lt;45ms): </a:t>
            </a:r>
            <a:r>
              <a:rPr>
                <a:solidFill>
                  <a:srgbClr val="94A3B8"/>
                </a:solidFill>
              </a:rPr>
              <a:t>Ultra-fast execution allows doctors and clinicians to receive instant, verified answers without lag.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Plug-and-Play Middleware: </a:t>
            </a:r>
            <a:r>
              <a:rPr>
                <a:solidFill>
                  <a:srgbClr val="94A3B8"/>
                </a:solidFill>
              </a:rPr>
              <a:t>Integrates seamlessly in front of any existing medical AI or RAG pipeline without re-training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4 — PRISM INTEGRATION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How PRISM is used to monitor, evaluate, detect failures, and improve the AI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Empirically diagnosing weaknesses and proving improvement through Block Convey PRISM.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Continuous Telemetry &amp; Auditing: </a:t>
            </a:r>
            <a:r>
              <a:rPr>
                <a:solidFill>
                  <a:srgbClr val="94A3B8"/>
                </a:solidFill>
              </a:rPr>
              <a:t>PRISM monitors live security benchmarks, PII leakage risks, and processing latency for every incoming prompt.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Failure Detection (The Baseline): </a:t>
            </a:r>
            <a:r>
              <a:rPr>
                <a:solidFill>
                  <a:srgbClr val="94A3B8"/>
                </a:solidFill>
              </a:rPr>
              <a:t>Initial PRISM red-teaming exposed a critical flaw: 60% patient data leakage and an unsafe 35/100 security rating.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Targeted Engineering Fix: </a:t>
            </a:r>
            <a:r>
              <a:rPr>
                <a:solidFill>
                  <a:srgbClr val="94A3B8"/>
                </a:solidFill>
              </a:rPr>
              <a:t>Guided by PRISM's failure logs, we engineered BioShield's dual-layer regex scanner and anonymizer.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Proven Improvement Delta: </a:t>
            </a:r>
            <a:r>
              <a:rPr>
                <a:solidFill>
                  <a:srgbClr val="94A3B8"/>
                </a:solidFill>
              </a:rPr>
              <a:t>PRISM re-evaluation verified 100% attack deflection, 0% leakage, and an upgraded 98/100 security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5 — SYSTEM WORKFLOW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Input -&gt; AI/RAG/Agent System -&gt; PRISM Monitoring &amp; Evaluation -&gt; Failure Detection -&gt;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End-to-end security and observability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1. Input Layer: </a:t>
            </a:r>
            <a:r>
              <a:rPr>
                <a:solidFill>
                  <a:srgbClr val="94A3B8"/>
                </a:solidFill>
              </a:rPr>
              <a:t>Researcher or clinician submits an oncology query or an adversarial prompt injection attempt.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2. BioShield AI Firewall: </a:t>
            </a:r>
            <a:r>
              <a:rPr>
                <a:solidFill>
                  <a:srgbClr val="94A3B8"/>
                </a:solidFill>
              </a:rPr>
              <a:t>Pre-execution sanitization engine scans for injection signatures and redacts patient PII.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3. PRISM Observability: </a:t>
            </a:r>
            <a:r>
              <a:rPr>
                <a:solidFill>
                  <a:srgbClr val="94A3B8"/>
                </a:solidFill>
              </a:rPr>
              <a:t>Block Convey PRISM continuously monitors token streams, compliance rules, and latency metrics.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4. Failure Detection: </a:t>
            </a:r>
            <a:r>
              <a:rPr>
                <a:solidFill>
                  <a:srgbClr val="94A3B8"/>
                </a:solidFill>
              </a:rPr>
              <a:t>Instantly flags unauthorized access attempts, blocking compromised queries before LLM execution.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5. Verified Safe Output: </a:t>
            </a:r>
            <a:r>
              <a:rPr>
                <a:solidFill>
                  <a:srgbClr val="94A3B8"/>
                </a:solidFill>
              </a:rPr>
              <a:t>Returns anonymized, compliant clinical answers while logging complete audit trails.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9F5"/>
                </a:solidFill>
              </a:defRPr>
            </a:pPr>
            <a:r>
              <a:t>SLIDE 6 — IMPACT &amp; FUTURE SCOPE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Key benefits, real-world impact, scalability, and future enhancements.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5912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00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0F5A0"/>
                </a:solidFill>
              </a:defRPr>
            </a:pPr>
            <a:r>
              <a:t>💡 Scaling enterprise AI safety from text to multi-modal medical ecosystems.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3749039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Immediate Real-World Impact: </a:t>
            </a:r>
            <a:r>
              <a:rPr>
                <a:solidFill>
                  <a:srgbClr val="94A3B8"/>
                </a:solidFill>
              </a:rPr>
              <a:t>Enables healthcare institutions to deploy generative AI safely without fear of catastrophic data breaches.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Core Measured Benefits: </a:t>
            </a:r>
            <a:r>
              <a:rPr>
                <a:solidFill>
                  <a:srgbClr val="94A3B8"/>
                </a:solidFill>
              </a:rPr>
              <a:t>100% attack mitigation, 0% genomic data leakage, full HIPAA alignment, and sub-45ms execution.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Multi-Modal Protection (Future): </a:t>
            </a:r>
            <a:r>
              <a:rPr>
                <a:solidFill>
                  <a:srgbClr val="94A3B8"/>
                </a:solidFill>
              </a:rPr>
              <a:t>Expanding guardrails to protect medical imaging datasets (MRI scans, CT, DICOM metadata).</a:t>
            </a:r>
          </a:p>
          <a:p>
            <a:pPr>
              <a:spcBef>
                <a:spcPts val="1400"/>
              </a:spcBef>
              <a:defRPr sz="1500"/>
            </a:pPr>
            <a:r>
              <a:rPr b="1">
                <a:solidFill>
                  <a:srgbClr val="00D9F5"/>
                </a:solidFill>
              </a:rPr>
              <a:t>▸ </a:t>
            </a:r>
            <a:r>
              <a:rPr b="1">
                <a:solidFill>
                  <a:srgbClr val="FFFFFF"/>
                </a:solidFill>
              </a:rPr>
              <a:t>EHR Platform Integration: </a:t>
            </a:r>
            <a:r>
              <a:rPr>
                <a:solidFill>
                  <a:srgbClr val="94A3B8"/>
                </a:solidFill>
              </a:rPr>
              <a:t>Direct plug-and-play connectors for enterprise hospital record platforms (Epic, Cerner).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BioShield AI  •  ForgeAI 2026 Hackathon  •  Anna Audi, VIT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